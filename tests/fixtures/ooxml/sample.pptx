
<file path=[Content_Types].xml><?xml version="1.0" encoding="utf-8"?>
<Types xmlns="http://schemas.openxmlformats.org/package/2006/content-types"/>
</file>

<file path=ppt/presentation.xml><?xml version="1.0" encoding="utf-8"?>
<p:presentation xmlns:p="http://schemas.openxmlformats.org/presentationml/2006/main"/>
</file>

<file path=ppt/slides/slide1.xml><?xml version="1.0" encoding="utf-8"?>
<p:sld xmlns:a="http://schemas.openxmlformats.org/drawingml/2006/main" xmlns:p="http://schemas.openxmlformats.org/presentationml/2006/main">
  <p:cSld>
    <p:spTree>
      <a:p>
        <a:r>
          <a:t>Título do slide 1</a:t>
        </a:r>
      </a:p>
      <a:p>
        <a:r>
          <a:t>Bullet um</a:t>
        </a:r>
      </a:p>
    </p:spTree>
  </p:cSld>
</p:sld>
</file>

<file path=ppt/slides/slide2.xml><?xml version="1.0" encoding="utf-8"?>
<p:sld xmlns:a="http://schemas.openxmlformats.org/drawingml/2006/main" xmlns:p="http://schemas.openxmlformats.org/presentationml/2006/main">
  <p:cSld>
    <p:spTree>
      <a:p>
        <a:r>
          <a:t>Slide dois</a:t>
        </a:r>
      </a:p>
    </p:spTree>
  </p:cSld>
</p:sld>
</file>